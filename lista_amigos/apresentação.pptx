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84" y="12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Projeto Lista de Amigos – CRUD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649224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  <a:latin typeface="Aptos"/>
              </a:defRPr>
            </a:pPr>
            <a:endParaRPr lang="pt-BR" dirty="0">
              <a:solidFill>
                <a:schemeClr val="bg1"/>
              </a:solidFill>
            </a:endParaRPr>
          </a:p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rPr lang="pt-BR" sz="2800" dirty="0">
                <a:solidFill>
                  <a:schemeClr val="bg1"/>
                </a:solidFill>
              </a:rPr>
              <a:t>Desenvolvimento de Sistemas-2</a:t>
            </a:r>
            <a:endParaRPr sz="2800" dirty="0">
              <a:solidFill>
                <a:schemeClr val="bg1"/>
              </a:solidFill>
            </a:endParaRPr>
          </a:p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rPr dirty="0" err="1">
                <a:solidFill>
                  <a:schemeClr val="bg1"/>
                </a:solidFill>
              </a:rPr>
              <a:t>Aluno</a:t>
            </a:r>
            <a:r>
              <a:rPr dirty="0">
                <a:solidFill>
                  <a:schemeClr val="bg1"/>
                </a:solidFill>
              </a:rPr>
              <a:t>: Wagner Oliveira</a:t>
            </a:r>
          </a:p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rPr dirty="0" err="1">
                <a:solidFill>
                  <a:schemeClr val="bg1"/>
                </a:solidFill>
              </a:rPr>
              <a:t>Curso</a:t>
            </a:r>
            <a:r>
              <a:rPr dirty="0">
                <a:solidFill>
                  <a:schemeClr val="bg1"/>
                </a:solidFill>
              </a:rPr>
              <a:t>: Técnico </a:t>
            </a:r>
            <a:r>
              <a:rPr dirty="0" err="1">
                <a:solidFill>
                  <a:schemeClr val="bg1"/>
                </a:solidFill>
              </a:rPr>
              <a:t>em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Desenvolvimento</a:t>
            </a:r>
            <a:r>
              <a:rPr dirty="0">
                <a:solidFill>
                  <a:schemeClr val="bg1"/>
                </a:solidFill>
              </a:rPr>
              <a:t> de Sistemas</a:t>
            </a:r>
          </a:p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PHP • MySQL • HTML • W3.CSS • XAMPP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EC75116-4E9F-6662-E7AF-D791F43A3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900" y="2651759"/>
            <a:ext cx="5683206" cy="320040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 dirty="0" err="1"/>
              <a:t>Objetivo</a:t>
            </a:r>
            <a:r>
              <a:rPr dirty="0"/>
              <a:t> do </a:t>
            </a:r>
            <a:r>
              <a:rPr dirty="0" err="1"/>
              <a:t>Projeto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63238"/>
                </a:solidFill>
                <a:latin typeface="Aptos"/>
              </a:defRPr>
            </a:pPr>
            <a:r>
              <a:t>O projeto tem como objetivo desenvolver um sistema de cadastro de amigos utilizando PHP e MySQL.</a:t>
            </a:r>
          </a:p>
          <a:p>
            <a:pPr>
              <a:spcAft>
                <a:spcPts val="900"/>
              </a:spcAft>
              <a:defRPr sz="2100">
                <a:solidFill>
                  <a:srgbClr val="263238"/>
                </a:solidFill>
                <a:latin typeface="Aptos"/>
              </a:defRPr>
            </a:pPr>
            <a:endParaRPr/>
          </a:p>
          <a:p>
            <a:pPr>
              <a:spcAft>
                <a:spcPts val="900"/>
              </a:spcAft>
              <a:defRPr sz="2100">
                <a:solidFill>
                  <a:srgbClr val="263238"/>
                </a:solidFill>
                <a:latin typeface="Aptos"/>
              </a:defRPr>
            </a:pPr>
            <a:r>
              <a:t>O sistema possui um login para controlar o acesso e permite realizar as operações de CRUD:</a:t>
            </a:r>
          </a:p>
          <a:p>
            <a:pPr>
              <a:spcAft>
                <a:spcPts val="900"/>
              </a:spcAft>
              <a:defRPr sz="2100">
                <a:solidFill>
                  <a:srgbClr val="263238"/>
                </a:solidFill>
                <a:latin typeface="Aptos"/>
              </a:defRPr>
            </a:pPr>
            <a:endParaRPr/>
          </a:p>
          <a:p>
            <a:pPr>
              <a:spcAft>
                <a:spcPts val="900"/>
              </a:spcAft>
              <a:defRPr sz="2100">
                <a:solidFill>
                  <a:srgbClr val="263238"/>
                </a:solidFill>
                <a:latin typeface="Aptos"/>
              </a:defRPr>
            </a:pPr>
            <a:r>
              <a:t>Cadastrar • Consultar • Alterar • Excluir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9"/>
                </a:solidFill>
                <a:latin typeface="Aptos"/>
              </a:defRPr>
            </a:pPr>
            <a:r>
              <a:t>Agenda 08 • Projeto Lista de Amigos • Wagner Oliveira   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Tecnologias Utilizadas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PHP – desenvolvimento da aplicação e processamento dos dados.</a:t>
            </a:r>
          </a:p>
          <a:p>
            <a:pPr>
              <a:spcAft>
                <a:spcPts val="10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MySQL – armazenamento dos dados.</a:t>
            </a:r>
          </a:p>
          <a:p>
            <a:pPr>
              <a:spcAft>
                <a:spcPts val="10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HTML5 – estrutura das páginas.</a:t>
            </a:r>
          </a:p>
          <a:p>
            <a:pPr>
              <a:spcAft>
                <a:spcPts val="10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W3.CSS – estilização das telas.</a:t>
            </a:r>
          </a:p>
          <a:p>
            <a:pPr>
              <a:spcAft>
                <a:spcPts val="10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Font Awesome – utilização de ícones.</a:t>
            </a:r>
          </a:p>
          <a:p>
            <a:pPr>
              <a:spcAft>
                <a:spcPts val="10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XAMPP – ambiente local para PHP e MySQL.</a:t>
            </a:r>
          </a:p>
          <a:p>
            <a:pPr>
              <a:spcAft>
                <a:spcPts val="10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phpMyAdmin – gerenciamento do banco de dados.</a:t>
            </a:r>
          </a:p>
          <a:p>
            <a:pPr>
              <a:spcAft>
                <a:spcPts val="10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Git/GitHub – versionamento e publicação do projeto.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9"/>
                </a:solidFill>
                <a:latin typeface="Aptos"/>
              </a:defRPr>
            </a:pPr>
            <a:r>
              <a:t>Agenda 08 • Projeto Lista de Amigos • Wagner Oliveira   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Banco de Dados MySQL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69"/>
                </a:solidFill>
                <a:latin typeface="Aptos"/>
              </a:defRPr>
            </a:pPr>
            <a:r>
              <a:t>Banco: pwii • Tabela: amigo1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6126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O projeto utiliza o banco de dados pwii.</a:t>
            </a:r>
          </a:p>
          <a:p>
            <a:pPr>
              <a:spcAft>
                <a:spcPts val="900"/>
              </a:spcAft>
              <a:defRPr sz="1900">
                <a:solidFill>
                  <a:srgbClr val="263238"/>
                </a:solidFill>
                <a:latin typeface="Aptos"/>
              </a:defRPr>
            </a:pPr>
            <a:endParaRPr/>
          </a:p>
          <a:p>
            <a:pPr>
              <a:spcAft>
                <a:spcPts val="9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A tabela amigo1 armazena os dados dos amigos:</a:t>
            </a:r>
          </a:p>
          <a:p>
            <a:pPr>
              <a:spcAft>
                <a:spcPts val="900"/>
              </a:spcAft>
              <a:defRPr sz="1900">
                <a:solidFill>
                  <a:srgbClr val="263238"/>
                </a:solidFill>
                <a:latin typeface="Aptos"/>
              </a:defRPr>
            </a:pPr>
            <a:endParaRPr/>
          </a:p>
          <a:p>
            <a:pPr>
              <a:spcAft>
                <a:spcPts val="9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• idamigo – identificação</a:t>
            </a:r>
          </a:p>
          <a:p>
            <a:pPr>
              <a:spcAft>
                <a:spcPts val="9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• nome – nome do amigo</a:t>
            </a:r>
          </a:p>
          <a:p>
            <a:pPr>
              <a:spcAft>
                <a:spcPts val="9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• apelido – apelido</a:t>
            </a:r>
          </a:p>
          <a:p>
            <a:pPr>
              <a:spcAft>
                <a:spcPts val="9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• email – e-mail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9"/>
                </a:solidFill>
                <a:latin typeface="Aptos"/>
              </a:defRPr>
            </a:pPr>
            <a:r>
              <a:t>Agenda 08 • Projeto Lista de Amigos • Wagner Oliveira     4/12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73CCD97-8AE2-2624-3448-3DEB0051E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536" y="2516569"/>
            <a:ext cx="5580744" cy="374707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Sistema de 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6583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O sistema inicia pela tela de login.</a:t>
            </a:r>
          </a:p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  <a:latin typeface="Aptos"/>
              </a:defRPr>
            </a:pPr>
            <a:endParaRPr/>
          </a:p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O usuário informa nome e senha. Os dados são enviados pelo método POST para loginAction.php.</a:t>
            </a:r>
          </a:p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  <a:latin typeface="Aptos"/>
              </a:defRPr>
            </a:pPr>
            <a:endParaRPr/>
          </a:p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O PHP consulta o banco de dados e verifica se o usuário e a senha estão corretos.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754880"/>
            <a:ext cx="10698480" cy="73152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983480"/>
            <a:ext cx="1033271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rPr dirty="0" err="1"/>
              <a:t>index.php</a:t>
            </a:r>
            <a:r>
              <a:rPr dirty="0"/>
              <a:t>  →  </a:t>
            </a:r>
            <a:r>
              <a:rPr dirty="0" err="1"/>
              <a:t>loginAction.php</a:t>
            </a:r>
            <a:r>
              <a:rPr dirty="0"/>
              <a:t>  →  </a:t>
            </a:r>
            <a:r>
              <a:rPr dirty="0" err="1"/>
              <a:t>conexaoBD.php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9"/>
                </a:solidFill>
                <a:latin typeface="Aptos"/>
              </a:defRPr>
            </a:pPr>
            <a:r>
              <a:t>Agenda 08 • Projeto Lista de Amigos • Wagner Oliveira     5/12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9FE9C824-6A87-7B30-28D3-2B451F910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5615" y="858627"/>
            <a:ext cx="2362530" cy="378195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CD01F31F-544A-F5AA-9DF9-48C1C74C0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735" y="2200103"/>
            <a:ext cx="2724530" cy="24577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Controle de Acesso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6629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Após o login correto, o sistema cria uma sessão utilizando $_SESSION['logado'].</a:t>
            </a:r>
          </a:p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  <a:latin typeface="Aptos"/>
              </a:defRPr>
            </a:pPr>
            <a:endParaRPr/>
          </a:p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O arquivo verificarAcesso.php verifica se existe um usuário autenticado.</a:t>
            </a:r>
          </a:p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  <a:latin typeface="Aptos"/>
              </a:defRPr>
            </a:pPr>
            <a:endParaRPr/>
          </a:p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Assim, páginas protegidas não podem ser acessadas diretamente sem realizar o login.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234440"/>
            <a:ext cx="3794760" cy="2606040"/>
          </a:xfrm>
          <a:prstGeom prst="roundRect">
            <a:avLst/>
          </a:prstGeom>
          <a:solidFill>
            <a:srgbClr val="E6EBED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1463040"/>
            <a:ext cx="3520440" cy="2240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600" b="1">
                <a:solidFill>
                  <a:srgbClr val="009688"/>
                </a:solidFill>
                <a:latin typeface="Aptos"/>
              </a:defRPr>
            </a:pPr>
            <a:r>
              <a:t>COLOCAR PRINT AQUI</a:t>
            </a:r>
          </a:p>
          <a:p>
            <a:pPr algn="ctr">
              <a:defRPr sz="1100">
                <a:solidFill>
                  <a:srgbClr val="5A6469"/>
                </a:solidFill>
                <a:latin typeface="Aptos"/>
              </a:defRPr>
            </a:pPr>
            <a:r>
              <a:t>Print: principal.php após o login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00600"/>
            <a:ext cx="10698480" cy="73152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910328"/>
            <a:ext cx="1033271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verificarAcesso.php  •  acessoNegado.php  •  logoutAction.php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9"/>
                </a:solidFill>
                <a:latin typeface="Aptos"/>
              </a:defRPr>
            </a:pPr>
            <a:r>
              <a:t>Agenda 08 • Projeto Lista de Amigos • Wagner Oliveira     6/12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47D0783-9747-42B1-A198-9ADA52588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576" y="2809788"/>
            <a:ext cx="3924848" cy="12384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CREATE – Cadastrar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6537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A opção Adicionar permite cadastrar um novo amigo.</a:t>
            </a:r>
          </a:p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  <a:latin typeface="Aptos"/>
              </a:defRPr>
            </a:pPr>
            <a:endParaRPr/>
          </a:p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O formulário recebe Nome, Apelido e E-mail.</a:t>
            </a:r>
          </a:p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  <a:latin typeface="Aptos"/>
              </a:defRPr>
            </a:pPr>
            <a:endParaRPr/>
          </a:p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Os dados são enviados para inserir.php, que realiza o INSERT no banco MySQL.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43400"/>
            <a:ext cx="10698480" cy="82296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453128"/>
            <a:ext cx="1033271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INSERT INTO amigo1 (nome, apelido, email) VALUES (...);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9"/>
                </a:solidFill>
                <a:latin typeface="Aptos"/>
              </a:defRPr>
            </a:pPr>
            <a:r>
              <a:t>Agenda 08 • Projeto Lista de Amigos • Wagner Oliveira     7/12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AA50014B-AA12-9F01-E265-BBBAB22D9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4141" y="832224"/>
            <a:ext cx="2447116" cy="343802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8694F7E6-4A47-12D2-C61A-E65DAB1E5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4141" y="5318114"/>
            <a:ext cx="2476846" cy="80973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06528" y="3077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READ – Consultar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6629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A opção Listar consulta os registros armazenados no banco de dados.</a:t>
            </a:r>
          </a:p>
          <a:p>
            <a:pPr>
              <a:spcAft>
                <a:spcPts val="900"/>
              </a:spcAft>
              <a:defRPr sz="1900">
                <a:solidFill>
                  <a:srgbClr val="263238"/>
                </a:solidFill>
                <a:latin typeface="Aptos"/>
              </a:defRPr>
            </a:pPr>
            <a:endParaRPr/>
          </a:p>
          <a:p>
            <a:pPr>
              <a:spcAft>
                <a:spcPts val="9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O arquivo listar.php utiliza SELECT para buscar os dados da tabela amigo1 e apresentar os registros na tela.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6378821" cy="73152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617720"/>
            <a:ext cx="58927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rPr sz="2400" dirty="0"/>
              <a:t>SELECT * FROM amigo1;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9"/>
                </a:solidFill>
                <a:latin typeface="Aptos"/>
              </a:defRPr>
            </a:pPr>
            <a:r>
              <a:t>Agenda 08 • Projeto Lista de Amigos • Wagner Oliveira     8/12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814E86F3-42E1-E6D9-EF08-7EA1DB714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1" y="714248"/>
            <a:ext cx="3717316" cy="573227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UPDATE – Alterar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6629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A opção Editar permite modificar os dados de um amigo já cadastrado.</a:t>
            </a:r>
          </a:p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  <a:latin typeface="Aptos"/>
              </a:defRPr>
            </a:pPr>
            <a:endParaRPr/>
          </a:p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O sistema busca o registro pelo idamigo, apresenta os dados no formulário e o arquivo alterar.php executa o UPDATE.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35536"/>
            <a:ext cx="7269480" cy="1113704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9487" y="4590288"/>
            <a:ext cx="1033271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UPDATE amigo1 SET nome = ..., apelido = ..., email = ... WHERE idamigo = ...;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9"/>
                </a:solidFill>
                <a:latin typeface="Aptos"/>
              </a:defRPr>
            </a:pPr>
            <a:r>
              <a:t>Agenda 08 • Projeto Lista de Amigos • Wagner Oliveira     9/12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7C48EBE2-929A-3523-3941-9092D0184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6782" y="956967"/>
            <a:ext cx="3159355" cy="399498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830C99A7-2EC4-AE93-604F-E5FDC8F34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118" y="5079901"/>
            <a:ext cx="2853865" cy="111370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DELETE – Excluir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9920" y="1134692"/>
            <a:ext cx="65836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A opção Excluir permite remover um amigo do banco de dados.</a:t>
            </a:r>
          </a:p>
          <a:p>
            <a:pPr>
              <a:spcAft>
                <a:spcPts val="900"/>
              </a:spcAft>
              <a:defRPr sz="1900">
                <a:solidFill>
                  <a:srgbClr val="263238"/>
                </a:solidFill>
                <a:latin typeface="Aptos"/>
              </a:defRPr>
            </a:pPr>
            <a:endParaRPr/>
          </a:p>
          <a:p>
            <a:pPr>
              <a:spcAft>
                <a:spcPts val="900"/>
              </a:spcAft>
              <a:defRPr sz="1900">
                <a:solidFill>
                  <a:srgbClr val="263238"/>
                </a:solidFill>
                <a:latin typeface="Aptos"/>
              </a:defRPr>
            </a:pPr>
            <a:r>
              <a:t>O sistema identifica o registro através do idamigo e executa o comando DELETE.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60520"/>
            <a:ext cx="6380480" cy="96012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498848"/>
            <a:ext cx="1033271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DELETE FROM amigo1 WHERE idamigo = ...;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9"/>
                </a:solidFill>
                <a:latin typeface="Aptos"/>
              </a:defRPr>
            </a:pPr>
            <a:r>
              <a:t>Agenda 08 • Projeto Lista de Amigos • Wagner Oliveira     10/12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453C15FE-9379-7C4D-1A19-AAD8DC914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4170" y="5418258"/>
            <a:ext cx="2676899" cy="107647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96F9377F-3417-4F1F-DBE9-41113FE33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2384" y="960120"/>
            <a:ext cx="2304567" cy="427525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Cookies e Logout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6629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O projeto também utiliza Cookie para armazenar temporariamente o nome do usuário.</a:t>
            </a:r>
          </a:p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  <a:latin typeface="Aptos"/>
              </a:defRPr>
            </a:pPr>
            <a:endParaRPr/>
          </a:p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cookie.php cria o Cookie e lerCookie.php verifica e apresenta o valor armazenado.</a:t>
            </a:r>
          </a:p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  <a:latin typeface="Aptos"/>
              </a:defRPr>
            </a:pPr>
            <a:endParaRPr/>
          </a:p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O botão Logout encerra a sessão do usuário.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42971"/>
            <a:ext cx="7077166" cy="943429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9487" y="4864608"/>
            <a:ext cx="1033271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cookie.php  •  lerCookie.php  •  logoutAction.php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9"/>
                </a:solidFill>
                <a:latin typeface="Aptos"/>
              </a:defRPr>
            </a:pPr>
            <a:r>
              <a:t>Agenda 08 • Projeto Lista de Amigos • Wagner Oliveira     11/12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F23984A-BD2F-0AC5-FB82-1A682E244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8207" y="887430"/>
            <a:ext cx="2610214" cy="157184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0EE7A7D8-D606-B958-73F1-EB20E0116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4756" y="3071153"/>
            <a:ext cx="2800741" cy="294363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667</Words>
  <Application>Microsoft Office PowerPoint</Application>
  <PresentationFormat>Widescreen</PresentationFormat>
  <Paragraphs>86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gasparmanuella3@gmail.com</cp:lastModifiedBy>
  <cp:revision>2</cp:revision>
  <dcterms:created xsi:type="dcterms:W3CDTF">2013-01-27T09:14:16Z</dcterms:created>
  <dcterms:modified xsi:type="dcterms:W3CDTF">2026-09-26T00:44:41Z</dcterms:modified>
  <cp:category/>
</cp:coreProperties>
</file>